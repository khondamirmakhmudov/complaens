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57050" y="1628503"/>
            <a:ext cx="7384869" cy="3439885"/>
          </a:xfrm>
        </p:spPr>
        <p:txBody>
          <a:bodyPr/>
          <a:lstStyle/>
          <a:p>
            <a:r>
              <a:rPr lang="en-US" sz="3200" b="1" dirty="0" err="1">
                <a:solidFill>
                  <a:schemeClr val="accent2">
                    <a:lumMod val="50000"/>
                  </a:schemeClr>
                </a:solidFill>
              </a:rPr>
              <a:t>Oʻzbekiston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2">
                    <a:lumMod val="50000"/>
                  </a:schemeClr>
                </a:solidFill>
              </a:rPr>
              <a:t>Respublikasi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accent2">
                    <a:lumMod val="50000"/>
                  </a:schemeClr>
                </a:solidFill>
              </a:rPr>
              <a:t>Prezidentining</a:t>
            </a:r>
            <a:r>
              <a:rPr lang="en-US" sz="3200" b="1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26.12.2025 </a:t>
            </a:r>
            <a:r>
              <a:rPr lang="en-US" sz="3200" b="1" dirty="0" err="1">
                <a:solidFill>
                  <a:schemeClr val="accent2">
                    <a:lumMod val="50000"/>
                  </a:schemeClr>
                </a:solidFill>
              </a:rPr>
              <a:t>yildagi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</a:rPr>
              <a:t>"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Davlat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xaridlari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tizimida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raqobat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muhiti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va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shaffoflikni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taʼminlash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boʻyicha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navbatdagi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chora-tadbirlar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accent5">
                    <a:lumMod val="75000"/>
                  </a:schemeClr>
                </a:solidFill>
              </a:rPr>
              <a:t>toʻgʻrisida"</a:t>
            </a:r>
            <a:r>
              <a:rPr lang="en-US" sz="3200" b="1" dirty="0" err="1" smtClean="0">
                <a:solidFill>
                  <a:schemeClr val="accent2">
                    <a:lumMod val="50000"/>
                  </a:schemeClr>
                </a:solidFill>
              </a:rPr>
              <a:t>gi</a:t>
            </a:r>
            <a:r>
              <a:rPr lang="en-US" sz="3200" b="1" dirty="0" smtClean="0">
                <a:solidFill>
                  <a:schemeClr val="accent2">
                    <a:lumMod val="50000"/>
                  </a:schemeClr>
                </a:solidFill>
              </a:rPr>
              <a:t> PF-259-son</a:t>
            </a:r>
            <a:r>
              <a:rPr lang="uz-Cyrl-UZ" sz="3200" b="1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3200" b="1" dirty="0" smtClean="0">
                <a:solidFill>
                  <a:schemeClr val="accent2">
                    <a:lumMod val="50000"/>
                  </a:schemeClr>
                </a:solidFill>
              </a:rPr>
              <a:t>FARMONI</a:t>
            </a:r>
            <a:endParaRPr lang="ru-RU"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0891" y="5974081"/>
            <a:ext cx="2586445" cy="409303"/>
          </a:xfrm>
        </p:spPr>
        <p:txBody>
          <a:bodyPr/>
          <a:lstStyle/>
          <a:p>
            <a:r>
              <a:rPr lang="en-US" dirty="0" smtClean="0"/>
              <a:t>2026 </a:t>
            </a:r>
            <a:r>
              <a:rPr lang="en-US" dirty="0" err="1" smtClean="0"/>
              <a:t>yil</a:t>
            </a:r>
            <a:r>
              <a:rPr lang="en-US" dirty="0" smtClean="0"/>
              <a:t>, Toshkent sh.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91" y="0"/>
            <a:ext cx="1728980" cy="10668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57" y="2159726"/>
            <a:ext cx="3788229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0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830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03" y="217714"/>
            <a:ext cx="11199222" cy="6296297"/>
          </a:xfr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12" y="0"/>
            <a:ext cx="1258717" cy="99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09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86" y="461555"/>
            <a:ext cx="11377109" cy="6113417"/>
          </a:xfrm>
        </p:spPr>
      </p:pic>
    </p:spTree>
    <p:extLst>
      <p:ext uri="{BB962C8B-B14F-4D97-AF65-F5344CB8AC3E}">
        <p14:creationId xmlns:p14="http://schemas.microsoft.com/office/powerpoint/2010/main" val="96339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23" y="505097"/>
            <a:ext cx="11319365" cy="6035040"/>
          </a:xfrm>
        </p:spPr>
      </p:pic>
    </p:spTree>
    <p:extLst>
      <p:ext uri="{BB962C8B-B14F-4D97-AF65-F5344CB8AC3E}">
        <p14:creationId xmlns:p14="http://schemas.microsoft.com/office/powerpoint/2010/main" val="261895507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26</Words>
  <Application>Microsoft Office PowerPoint</Application>
  <PresentationFormat>Широкоэкранный</PresentationFormat>
  <Paragraphs>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Аспект</vt:lpstr>
      <vt:lpstr>Oʻzbekiston Respublikasi Prezidentining 26.12.2025 yildagi "Davlat xaridlari tizimida raqobat muhiti va shaffoflikni taʼminlash boʻyicha navbatdagi chora-tadbirlar toʻgʻrisida"gi PF-259-son FARMONI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Oʻzbekiston Respublikasi Prezidentining, 26.12.2025 yildagi PF-259-son "Davlat xaridlari tizimida raqobat muhiti va shaffoflikni taʼminlash boʻyicha navbatdagi chora-tadbirlar toʻgʻrisida“ gi FARMONI</dc:title>
  <dc:creator>Баходир Нишанходжаев</dc:creator>
  <cp:lastModifiedBy>Баходир Нишанходжаев</cp:lastModifiedBy>
  <cp:revision>6</cp:revision>
  <dcterms:created xsi:type="dcterms:W3CDTF">2026-03-10T10:24:26Z</dcterms:created>
  <dcterms:modified xsi:type="dcterms:W3CDTF">2026-05-06T08:33:07Z</dcterms:modified>
</cp:coreProperties>
</file>